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3357"/>
    <a:srgbClr val="1B2A4A"/>
    <a:srgbClr val="2D6B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cy Omogbai" userId="06a1a6a2b06022ce" providerId="LiveId" clId="{7A30D033-75E2-444F-911A-70B72F1308A0}"/>
    <pc:docChg chg="undo custSel modSld">
      <pc:chgData name="Tracy Omogbai" userId="06a1a6a2b06022ce" providerId="LiveId" clId="{7A30D033-75E2-444F-911A-70B72F1308A0}" dt="2026-03-03T05:33:35.035" v="45" actId="1076"/>
      <pc:docMkLst>
        <pc:docMk/>
      </pc:docMkLst>
      <pc:sldChg chg="modSp mod">
        <pc:chgData name="Tracy Omogbai" userId="06a1a6a2b06022ce" providerId="LiveId" clId="{7A30D033-75E2-444F-911A-70B72F1308A0}" dt="2026-03-03T05:33:35.035" v="45" actId="1076"/>
        <pc:sldMkLst>
          <pc:docMk/>
          <pc:sldMk cId="4159013980" sldId="257"/>
        </pc:sldMkLst>
        <pc:spChg chg="mod">
          <ac:chgData name="Tracy Omogbai" userId="06a1a6a2b06022ce" providerId="LiveId" clId="{7A30D033-75E2-444F-911A-70B72F1308A0}" dt="2026-03-03T03:24:28.118" v="42" actId="14100"/>
          <ac:spMkLst>
            <pc:docMk/>
            <pc:sldMk cId="4159013980" sldId="257"/>
            <ac:spMk id="4" creationId="{2FB39506-ECF4-D398-0AF5-F86D044AA4E5}"/>
          </ac:spMkLst>
        </pc:spChg>
        <pc:spChg chg="mod">
          <ac:chgData name="Tracy Omogbai" userId="06a1a6a2b06022ce" providerId="LiveId" clId="{7A30D033-75E2-444F-911A-70B72F1308A0}" dt="2026-03-03T05:33:35.035" v="45" actId="1076"/>
          <ac:spMkLst>
            <pc:docMk/>
            <pc:sldMk cId="4159013980" sldId="257"/>
            <ac:spMk id="12" creationId="{6C2E3EFC-D5B1-B32D-72B8-1450C784199F}"/>
          </ac:spMkLst>
        </pc:spChg>
        <pc:spChg chg="mod">
          <ac:chgData name="Tracy Omogbai" userId="06a1a6a2b06022ce" providerId="LiveId" clId="{7A30D033-75E2-444F-911A-70B72F1308A0}" dt="2026-03-03T03:23:18.230" v="32" actId="1076"/>
          <ac:spMkLst>
            <pc:docMk/>
            <pc:sldMk cId="4159013980" sldId="257"/>
            <ac:spMk id="13" creationId="{05E5CF33-063F-7CA9-8C50-154FBA90ADB1}"/>
          </ac:spMkLst>
        </pc:spChg>
        <pc:spChg chg="mod">
          <ac:chgData name="Tracy Omogbai" userId="06a1a6a2b06022ce" providerId="LiveId" clId="{7A30D033-75E2-444F-911A-70B72F1308A0}" dt="2026-03-03T03:23:18.230" v="32" actId="1076"/>
          <ac:spMkLst>
            <pc:docMk/>
            <pc:sldMk cId="4159013980" sldId="257"/>
            <ac:spMk id="14" creationId="{5DB5FCA6-1AF4-679F-ACC3-DB7B2E0C25D8}"/>
          </ac:spMkLst>
        </pc:spChg>
        <pc:spChg chg="mod">
          <ac:chgData name="Tracy Omogbai" userId="06a1a6a2b06022ce" providerId="LiveId" clId="{7A30D033-75E2-444F-911A-70B72F1308A0}" dt="2026-03-03T03:23:18.230" v="32" actId="1076"/>
          <ac:spMkLst>
            <pc:docMk/>
            <pc:sldMk cId="4159013980" sldId="257"/>
            <ac:spMk id="15" creationId="{D2D576F1-71EF-8A70-DC0C-67183705C7C6}"/>
          </ac:spMkLst>
        </pc:spChg>
        <pc:spChg chg="mod">
          <ac:chgData name="Tracy Omogbai" userId="06a1a6a2b06022ce" providerId="LiveId" clId="{7A30D033-75E2-444F-911A-70B72F1308A0}" dt="2026-03-03T03:23:18.230" v="32" actId="1076"/>
          <ac:spMkLst>
            <pc:docMk/>
            <pc:sldMk cId="4159013980" sldId="257"/>
            <ac:spMk id="16" creationId="{3CE48873-308D-83B5-5B52-07B9BD4B207E}"/>
          </ac:spMkLst>
        </pc:spChg>
        <pc:spChg chg="mod">
          <ac:chgData name="Tracy Omogbai" userId="06a1a6a2b06022ce" providerId="LiveId" clId="{7A30D033-75E2-444F-911A-70B72F1308A0}" dt="2026-03-03T03:23:18.230" v="32" actId="1076"/>
          <ac:spMkLst>
            <pc:docMk/>
            <pc:sldMk cId="4159013980" sldId="257"/>
            <ac:spMk id="17" creationId="{99D0E681-ABE3-3741-3267-1252DA1CCECF}"/>
          </ac:spMkLst>
        </pc:spChg>
        <pc:spChg chg="mod">
          <ac:chgData name="Tracy Omogbai" userId="06a1a6a2b06022ce" providerId="LiveId" clId="{7A30D033-75E2-444F-911A-70B72F1308A0}" dt="2026-03-03T03:23:18.230" v="32" actId="1076"/>
          <ac:spMkLst>
            <pc:docMk/>
            <pc:sldMk cId="4159013980" sldId="257"/>
            <ac:spMk id="18" creationId="{47F3F292-9681-E99C-8D55-5721CE377C3B}"/>
          </ac:spMkLst>
        </pc:spChg>
        <pc:spChg chg="mod">
          <ac:chgData name="Tracy Omogbai" userId="06a1a6a2b06022ce" providerId="LiveId" clId="{7A30D033-75E2-444F-911A-70B72F1308A0}" dt="2026-03-03T03:23:18.230" v="32" actId="1076"/>
          <ac:spMkLst>
            <pc:docMk/>
            <pc:sldMk cId="4159013980" sldId="257"/>
            <ac:spMk id="19" creationId="{9D2EA4EF-6F32-05B3-0909-CA42D51C16AB}"/>
          </ac:spMkLst>
        </pc:spChg>
        <pc:spChg chg="mod">
          <ac:chgData name="Tracy Omogbai" userId="06a1a6a2b06022ce" providerId="LiveId" clId="{7A30D033-75E2-444F-911A-70B72F1308A0}" dt="2026-03-03T03:23:18.230" v="32" actId="1076"/>
          <ac:spMkLst>
            <pc:docMk/>
            <pc:sldMk cId="4159013980" sldId="257"/>
            <ac:spMk id="20" creationId="{0299C71D-46DE-A27F-933D-726FB1E4219B}"/>
          </ac:spMkLst>
        </pc:spChg>
        <pc:spChg chg="mod">
          <ac:chgData name="Tracy Omogbai" userId="06a1a6a2b06022ce" providerId="LiveId" clId="{7A30D033-75E2-444F-911A-70B72F1308A0}" dt="2026-03-03T03:23:18.230" v="32" actId="1076"/>
          <ac:spMkLst>
            <pc:docMk/>
            <pc:sldMk cId="4159013980" sldId="257"/>
            <ac:spMk id="21" creationId="{0CBADA3E-2AAF-CD9B-629B-EAEB8A5C4963}"/>
          </ac:spMkLst>
        </pc:spChg>
        <pc:spChg chg="mod">
          <ac:chgData name="Tracy Omogbai" userId="06a1a6a2b06022ce" providerId="LiveId" clId="{7A30D033-75E2-444F-911A-70B72F1308A0}" dt="2026-03-03T03:23:56.079" v="38" actId="1076"/>
          <ac:spMkLst>
            <pc:docMk/>
            <pc:sldMk cId="4159013980" sldId="257"/>
            <ac:spMk id="23" creationId="{313DCBF6-4603-36E5-8335-B4C2324A3B1D}"/>
          </ac:spMkLst>
        </pc:spChg>
        <pc:spChg chg="mod">
          <ac:chgData name="Tracy Omogbai" userId="06a1a6a2b06022ce" providerId="LiveId" clId="{7A30D033-75E2-444F-911A-70B72F1308A0}" dt="2026-03-03T03:23:56.079" v="38" actId="1076"/>
          <ac:spMkLst>
            <pc:docMk/>
            <pc:sldMk cId="4159013980" sldId="257"/>
            <ac:spMk id="24" creationId="{D4F039AC-46A8-FE77-EA07-2039F3956277}"/>
          </ac:spMkLst>
        </pc:spChg>
        <pc:spChg chg="mod">
          <ac:chgData name="Tracy Omogbai" userId="06a1a6a2b06022ce" providerId="LiveId" clId="{7A30D033-75E2-444F-911A-70B72F1308A0}" dt="2026-03-03T05:30:46.113" v="44" actId="14100"/>
          <ac:spMkLst>
            <pc:docMk/>
            <pc:sldMk cId="4159013980" sldId="257"/>
            <ac:spMk id="25" creationId="{97DBF5A4-A47B-C213-CC91-26D48E2545D5}"/>
          </ac:spMkLst>
        </pc:spChg>
        <pc:spChg chg="mod">
          <ac:chgData name="Tracy Omogbai" userId="06a1a6a2b06022ce" providerId="LiveId" clId="{7A30D033-75E2-444F-911A-70B72F1308A0}" dt="2026-03-03T03:23:47.765" v="37" actId="1076"/>
          <ac:spMkLst>
            <pc:docMk/>
            <pc:sldMk cId="4159013980" sldId="257"/>
            <ac:spMk id="26" creationId="{EB06D2C8-E8C9-3C43-1F50-3B11AD84422C}"/>
          </ac:spMkLst>
        </pc:spChg>
        <pc:spChg chg="mod">
          <ac:chgData name="Tracy Omogbai" userId="06a1a6a2b06022ce" providerId="LiveId" clId="{7A30D033-75E2-444F-911A-70B72F1308A0}" dt="2026-03-03T05:30:42.349" v="43" actId="14100"/>
          <ac:spMkLst>
            <pc:docMk/>
            <pc:sldMk cId="4159013980" sldId="257"/>
            <ac:spMk id="27" creationId="{5EFAF662-E32D-4DA6-EF1C-73EC9082AF74}"/>
          </ac:spMkLst>
        </pc:spChg>
      </pc:sldChg>
      <pc:sldChg chg="modSp mod">
        <pc:chgData name="Tracy Omogbai" userId="06a1a6a2b06022ce" providerId="LiveId" clId="{7A30D033-75E2-444F-911A-70B72F1308A0}" dt="2026-03-01T06:42:12.180" v="21" actId="14100"/>
        <pc:sldMkLst>
          <pc:docMk/>
          <pc:sldMk cId="2503245200" sldId="258"/>
        </pc:sldMkLst>
        <pc:spChg chg="mod">
          <ac:chgData name="Tracy Omogbai" userId="06a1a6a2b06022ce" providerId="LiveId" clId="{7A30D033-75E2-444F-911A-70B72F1308A0}" dt="2026-03-01T06:41:50.785" v="18" actId="14100"/>
          <ac:spMkLst>
            <pc:docMk/>
            <pc:sldMk cId="2503245200" sldId="258"/>
            <ac:spMk id="2" creationId="{C291BED2-B17C-8D5F-DA08-FDBB0C777BE7}"/>
          </ac:spMkLst>
        </pc:spChg>
        <pc:spChg chg="mod">
          <ac:chgData name="Tracy Omogbai" userId="06a1a6a2b06022ce" providerId="LiveId" clId="{7A30D033-75E2-444F-911A-70B72F1308A0}" dt="2026-03-01T06:41:46.687" v="17" actId="14100"/>
          <ac:spMkLst>
            <pc:docMk/>
            <pc:sldMk cId="2503245200" sldId="258"/>
            <ac:spMk id="3" creationId="{B92FDEF0-6DC1-239C-7D3D-457F8484DD36}"/>
          </ac:spMkLst>
        </pc:spChg>
        <pc:spChg chg="mod">
          <ac:chgData name="Tracy Omogbai" userId="06a1a6a2b06022ce" providerId="LiveId" clId="{7A30D033-75E2-444F-911A-70B72F1308A0}" dt="2026-03-01T06:40:32.325" v="6" actId="14100"/>
          <ac:spMkLst>
            <pc:docMk/>
            <pc:sldMk cId="2503245200" sldId="258"/>
            <ac:spMk id="4" creationId="{B68B15AC-704E-66F8-477C-5AC9966EEE53}"/>
          </ac:spMkLst>
        </pc:spChg>
        <pc:spChg chg="mod">
          <ac:chgData name="Tracy Omogbai" userId="06a1a6a2b06022ce" providerId="LiveId" clId="{7A30D033-75E2-444F-911A-70B72F1308A0}" dt="2026-03-01T06:40:55.273" v="10" actId="1076"/>
          <ac:spMkLst>
            <pc:docMk/>
            <pc:sldMk cId="2503245200" sldId="258"/>
            <ac:spMk id="12" creationId="{03A5289F-D9D4-7A60-DD91-1D357C3CEDAE}"/>
          </ac:spMkLst>
        </pc:spChg>
        <pc:spChg chg="mod">
          <ac:chgData name="Tracy Omogbai" userId="06a1a6a2b06022ce" providerId="LiveId" clId="{7A30D033-75E2-444F-911A-70B72F1308A0}" dt="2026-03-01T06:40:55.273" v="10" actId="1076"/>
          <ac:spMkLst>
            <pc:docMk/>
            <pc:sldMk cId="2503245200" sldId="258"/>
            <ac:spMk id="13" creationId="{05182C49-C85A-6699-5DE8-4A0B63C1F226}"/>
          </ac:spMkLst>
        </pc:spChg>
        <pc:spChg chg="mod">
          <ac:chgData name="Tracy Omogbai" userId="06a1a6a2b06022ce" providerId="LiveId" clId="{7A30D033-75E2-444F-911A-70B72F1308A0}" dt="2026-03-01T06:40:55.273" v="10" actId="1076"/>
          <ac:spMkLst>
            <pc:docMk/>
            <pc:sldMk cId="2503245200" sldId="258"/>
            <ac:spMk id="14" creationId="{33FCE733-B517-15D6-9BFA-F4A3F130C3D5}"/>
          </ac:spMkLst>
        </pc:spChg>
        <pc:spChg chg="mod">
          <ac:chgData name="Tracy Omogbai" userId="06a1a6a2b06022ce" providerId="LiveId" clId="{7A30D033-75E2-444F-911A-70B72F1308A0}" dt="2026-03-01T06:40:55.273" v="10" actId="1076"/>
          <ac:spMkLst>
            <pc:docMk/>
            <pc:sldMk cId="2503245200" sldId="258"/>
            <ac:spMk id="15" creationId="{1C87993C-61EE-F061-C838-8120A9583AD8}"/>
          </ac:spMkLst>
        </pc:spChg>
        <pc:spChg chg="mod">
          <ac:chgData name="Tracy Omogbai" userId="06a1a6a2b06022ce" providerId="LiveId" clId="{7A30D033-75E2-444F-911A-70B72F1308A0}" dt="2026-03-01T06:40:55.273" v="10" actId="1076"/>
          <ac:spMkLst>
            <pc:docMk/>
            <pc:sldMk cId="2503245200" sldId="258"/>
            <ac:spMk id="16" creationId="{00E8973F-47D1-5E3B-9BDA-146EBFA54AEA}"/>
          </ac:spMkLst>
        </pc:spChg>
        <pc:spChg chg="mod">
          <ac:chgData name="Tracy Omogbai" userId="06a1a6a2b06022ce" providerId="LiveId" clId="{7A30D033-75E2-444F-911A-70B72F1308A0}" dt="2026-03-01T06:40:55.273" v="10" actId="1076"/>
          <ac:spMkLst>
            <pc:docMk/>
            <pc:sldMk cId="2503245200" sldId="258"/>
            <ac:spMk id="17" creationId="{7A5CEBF2-F14D-855E-C364-62F3705E8B39}"/>
          </ac:spMkLst>
        </pc:spChg>
        <pc:spChg chg="mod">
          <ac:chgData name="Tracy Omogbai" userId="06a1a6a2b06022ce" providerId="LiveId" clId="{7A30D033-75E2-444F-911A-70B72F1308A0}" dt="2026-03-01T06:40:55.273" v="10" actId="1076"/>
          <ac:spMkLst>
            <pc:docMk/>
            <pc:sldMk cId="2503245200" sldId="258"/>
            <ac:spMk id="18" creationId="{B7FCAD4A-C024-E976-FA21-D279A2DB0AC7}"/>
          </ac:spMkLst>
        </pc:spChg>
        <pc:spChg chg="mod">
          <ac:chgData name="Tracy Omogbai" userId="06a1a6a2b06022ce" providerId="LiveId" clId="{7A30D033-75E2-444F-911A-70B72F1308A0}" dt="2026-03-01T06:40:55.273" v="10" actId="1076"/>
          <ac:spMkLst>
            <pc:docMk/>
            <pc:sldMk cId="2503245200" sldId="258"/>
            <ac:spMk id="19" creationId="{D0DE0963-8DFA-5135-C44C-0B4D7D403E5A}"/>
          </ac:spMkLst>
        </pc:spChg>
        <pc:spChg chg="mod">
          <ac:chgData name="Tracy Omogbai" userId="06a1a6a2b06022ce" providerId="LiveId" clId="{7A30D033-75E2-444F-911A-70B72F1308A0}" dt="2026-03-01T06:42:12.180" v="21" actId="14100"/>
          <ac:spMkLst>
            <pc:docMk/>
            <pc:sldMk cId="2503245200" sldId="258"/>
            <ac:spMk id="22" creationId="{4E581973-8654-D8BA-3BEE-C3A9F0CDA0DA}"/>
          </ac:spMkLst>
        </pc:spChg>
        <pc:spChg chg="mod">
          <ac:chgData name="Tracy Omogbai" userId="06a1a6a2b06022ce" providerId="LiveId" clId="{7A30D033-75E2-444F-911A-70B72F1308A0}" dt="2026-03-01T06:41:05.175" v="11" actId="1076"/>
          <ac:spMkLst>
            <pc:docMk/>
            <pc:sldMk cId="2503245200" sldId="258"/>
            <ac:spMk id="23" creationId="{3E0162E5-A599-3A80-921D-CD979A364A26}"/>
          </ac:spMkLst>
        </pc:spChg>
        <pc:spChg chg="mod">
          <ac:chgData name="Tracy Omogbai" userId="06a1a6a2b06022ce" providerId="LiveId" clId="{7A30D033-75E2-444F-911A-70B72F1308A0}" dt="2026-03-01T06:41:20.266" v="13" actId="14100"/>
          <ac:spMkLst>
            <pc:docMk/>
            <pc:sldMk cId="2503245200" sldId="258"/>
            <ac:spMk id="28" creationId="{E25D4ADA-30F5-8C72-1634-F22DD7D60762}"/>
          </ac:spMkLst>
        </pc:spChg>
      </pc:sldChg>
      <pc:sldChg chg="addSp delSp modSp mod">
        <pc:chgData name="Tracy Omogbai" userId="06a1a6a2b06022ce" providerId="LiveId" clId="{7A30D033-75E2-444F-911A-70B72F1308A0}" dt="2026-03-01T22:25:19.172" v="25"/>
        <pc:sldMkLst>
          <pc:docMk/>
          <pc:sldMk cId="1974740328" sldId="262"/>
        </pc:sldMkLst>
        <pc:spChg chg="add mod">
          <ac:chgData name="Tracy Omogbai" userId="06a1a6a2b06022ce" providerId="LiveId" clId="{7A30D033-75E2-444F-911A-70B72F1308A0}" dt="2026-03-01T22:25:19.172" v="25"/>
          <ac:spMkLst>
            <pc:docMk/>
            <pc:sldMk cId="1974740328" sldId="262"/>
            <ac:spMk id="5" creationId="{44FC869E-11AD-5E02-0D16-43FC4B4DC06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9483-BA32-AF56-7217-E00DB6C067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1D0B2E-AB7E-7FB7-7A9C-294A1F8A3C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A2DE1-A446-319F-FDD1-7D6D4A6E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D58F-B120-40B0-A760-304A939455D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B72222-15EF-E75E-1D69-B2537BBAF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B82AC-386B-F35E-6873-9223C1E54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CE8AF-C977-4E52-AC66-CA8C18435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29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73B5B-2F4E-8BC6-5A16-10A389764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78165-66DC-1468-711F-193C8E2ED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1146F-D68F-1424-88FA-AEE5627D5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D58F-B120-40B0-A760-304A939455D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2600B-FE98-BE3A-D46F-4D1589110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E39E5-614E-281E-95A6-726EDFEF7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CE8AF-C977-4E52-AC66-CA8C18435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64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9B41-9F11-75D3-1BAB-7E0BE8086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57A65-2AEB-639D-3EEE-57319154A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A2219-7461-DF98-FF1F-05F7901DE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D58F-B120-40B0-A760-304A939455D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1D9EC1-D412-585B-034B-121705037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A2A85-BFE7-2FC7-3AAD-F9EA9226E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CE8AF-C977-4E52-AC66-CA8C18435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6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71E59-D9F5-11A9-9FD7-267225EC9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2D453-8B9A-DF39-5760-5F25B212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B462D-83D4-007C-B515-10683100B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1DBE3-6394-953B-ECEC-E210C316E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D58F-B120-40B0-A760-304A939455D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6596E-B906-E2D1-BD3E-A54C9A1F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9C1A-A51C-0E51-5870-5221A62F5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CE8AF-C977-4E52-AC66-CA8C18435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8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F72DA-62BE-4E6B-F3E5-E8B593FE5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9A4384-F050-5E54-BB92-D2658D6D5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970303-A003-6A14-F192-DC7465F5E8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F86C67-598F-3F82-07F4-DE22D2FC11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2B0203-130C-1521-692D-74451F8C0C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9418C-F8B5-EF8F-3691-70EE6D85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D58F-B120-40B0-A760-304A939455D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DC53B4-32FE-5474-4986-4D02657E1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E9C345-4912-25BC-8820-8B8FC5570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CE8AF-C977-4E52-AC66-CA8C18435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901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ADCE3-8C9F-56AE-FAFE-30BFFDF4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423D53-A6B5-945B-9A39-4234BE229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D58F-B120-40B0-A760-304A939455D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AB4960-2CE2-8518-99BD-7F0B6B7D0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23DFA-EAB9-B4CF-68D8-3C90B1EB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CE8AF-C977-4E52-AC66-CA8C18435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02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8D9A65-683D-9D94-9572-9E8192982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D58F-B120-40B0-A760-304A939455D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703504-DB99-EC7D-ACEB-F5D257DCA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5F6E1-AC3B-57AF-1C71-847978707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CE8AF-C977-4E52-AC66-CA8C18435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655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053CB-5576-AB6F-4B01-950C031BB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61F9E-2202-A965-D22A-705B89954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0BD85-BBD6-485A-648F-1F75ABCDE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A372E-4969-0D28-24BE-B97BE78A0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D58F-B120-40B0-A760-304A939455D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E6B51-4EBF-CDC4-BD3A-DA884526A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F8294D-D78F-B490-A599-DDB7FFD08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CE8AF-C977-4E52-AC66-CA8C18435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78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EF73E-D397-2288-E317-854079B9A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C1FEF2-D8D7-543D-DE95-3338ABF938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8545D2-6C9C-7FAC-379C-2A050F79C2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3A22B7-EABC-7FC4-E1F3-529277ECF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D58F-B120-40B0-A760-304A939455D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B465D-22B6-51F5-66BF-646FF1E4D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9B455B-0709-B6FD-5666-77CAE544C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CE8AF-C977-4E52-AC66-CA8C18435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27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38C88-77EC-0DCD-E0A6-A13AD18AC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23A326-9E25-2DA2-0E00-C7D0C15945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4A58B-F76C-8529-A59F-65A7B8153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D58F-B120-40B0-A760-304A939455D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624E3-37C8-DEF6-384D-8EBE59A6A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1DB92-7A77-CB98-4C9E-ADBFEC62C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CE8AF-C977-4E52-AC66-CA8C18435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0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98D3DB-B5DA-2208-A02C-39023DB4AB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9D4BE-776C-11C8-5844-19816EFC37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FE18C-83F4-439E-DEAB-EAA43F033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6D58F-B120-40B0-A760-304A939455D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54E6C-8775-5C45-C6B1-7F79F0AFD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652D6-69B0-6F24-7C52-7735E515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3CE8AF-C977-4E52-AC66-CA8C18435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08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54E8A4-F72B-FF0E-C92E-818D7E2E5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83455-E3B4-4623-3C31-61B13FFBB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6EC34-227B-D5F2-0086-46928A8742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6D58F-B120-40B0-A760-304A939455DA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8B359-2B5E-7B90-AAAF-2515F2E585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0A2E1-E449-4076-97A9-978DCE779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3CE8AF-C977-4E52-AC66-CA8C18435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421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2FB39506-ECF4-D398-0AF5-F86D044AA4E5}"/>
              </a:ext>
            </a:extLst>
          </p:cNvPr>
          <p:cNvSpPr/>
          <p:nvPr/>
        </p:nvSpPr>
        <p:spPr>
          <a:xfrm>
            <a:off x="0" y="585250"/>
            <a:ext cx="12192000" cy="395559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22">
            <a:extLst>
              <a:ext uri="{FF2B5EF4-FFF2-40B4-BE49-F238E27FC236}">
                <a16:creationId xmlns:a16="http://schemas.microsoft.com/office/drawing/2014/main" id="{6C2E3EFC-D5B1-B32D-72B8-1450C784199F}"/>
              </a:ext>
            </a:extLst>
          </p:cNvPr>
          <p:cNvSpPr/>
          <p:nvPr/>
        </p:nvSpPr>
        <p:spPr>
          <a:xfrm>
            <a:off x="64008" y="1044113"/>
            <a:ext cx="169164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21">
            <a:extLst>
              <a:ext uri="{FF2B5EF4-FFF2-40B4-BE49-F238E27FC236}">
                <a16:creationId xmlns:a16="http://schemas.microsoft.com/office/drawing/2014/main" id="{05E5CF33-063F-7CA9-8C50-154FBA90ADB1}"/>
              </a:ext>
            </a:extLst>
          </p:cNvPr>
          <p:cNvSpPr/>
          <p:nvPr/>
        </p:nvSpPr>
        <p:spPr>
          <a:xfrm>
            <a:off x="64008" y="1096122"/>
            <a:ext cx="1691640" cy="771952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26">
            <a:extLst>
              <a:ext uri="{FF2B5EF4-FFF2-40B4-BE49-F238E27FC236}">
                <a16:creationId xmlns:a16="http://schemas.microsoft.com/office/drawing/2014/main" id="{5DB5FCA6-1AF4-679F-ACC3-DB7B2E0C25D8}"/>
              </a:ext>
            </a:extLst>
          </p:cNvPr>
          <p:cNvSpPr/>
          <p:nvPr/>
        </p:nvSpPr>
        <p:spPr>
          <a:xfrm>
            <a:off x="1828800" y="1045114"/>
            <a:ext cx="1691640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27">
            <a:extLst>
              <a:ext uri="{FF2B5EF4-FFF2-40B4-BE49-F238E27FC236}">
                <a16:creationId xmlns:a16="http://schemas.microsoft.com/office/drawing/2014/main" id="{D2D576F1-71EF-8A70-DC0C-67183705C7C6}"/>
              </a:ext>
            </a:extLst>
          </p:cNvPr>
          <p:cNvSpPr/>
          <p:nvPr/>
        </p:nvSpPr>
        <p:spPr>
          <a:xfrm>
            <a:off x="1828800" y="1045114"/>
            <a:ext cx="1691640" cy="36576"/>
          </a:xfrm>
          <a:prstGeom prst="rect">
            <a:avLst/>
          </a:prstGeom>
          <a:solidFill>
            <a:srgbClr val="38D9A9"/>
          </a:solidFill>
          <a:ln w="12700">
            <a:solidFill>
              <a:srgbClr val="38D9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31">
            <a:extLst>
              <a:ext uri="{FF2B5EF4-FFF2-40B4-BE49-F238E27FC236}">
                <a16:creationId xmlns:a16="http://schemas.microsoft.com/office/drawing/2014/main" id="{3CE48873-308D-83B5-5B52-07B9BD4B207E}"/>
              </a:ext>
            </a:extLst>
          </p:cNvPr>
          <p:cNvSpPr/>
          <p:nvPr/>
        </p:nvSpPr>
        <p:spPr>
          <a:xfrm>
            <a:off x="3593592" y="1045114"/>
            <a:ext cx="1691640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32">
            <a:extLst>
              <a:ext uri="{FF2B5EF4-FFF2-40B4-BE49-F238E27FC236}">
                <a16:creationId xmlns:a16="http://schemas.microsoft.com/office/drawing/2014/main" id="{99D0E681-ABE3-3741-3267-1252DA1CCECF}"/>
              </a:ext>
            </a:extLst>
          </p:cNvPr>
          <p:cNvSpPr/>
          <p:nvPr/>
        </p:nvSpPr>
        <p:spPr>
          <a:xfrm>
            <a:off x="3593592" y="1045114"/>
            <a:ext cx="1691640" cy="36576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36">
            <a:extLst>
              <a:ext uri="{FF2B5EF4-FFF2-40B4-BE49-F238E27FC236}">
                <a16:creationId xmlns:a16="http://schemas.microsoft.com/office/drawing/2014/main" id="{47F3F292-9681-E99C-8D55-5721CE377C3B}"/>
              </a:ext>
            </a:extLst>
          </p:cNvPr>
          <p:cNvSpPr/>
          <p:nvPr/>
        </p:nvSpPr>
        <p:spPr>
          <a:xfrm>
            <a:off x="5358384" y="1045114"/>
            <a:ext cx="1691640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37">
            <a:extLst>
              <a:ext uri="{FF2B5EF4-FFF2-40B4-BE49-F238E27FC236}">
                <a16:creationId xmlns:a16="http://schemas.microsoft.com/office/drawing/2014/main" id="{9D2EA4EF-6F32-05B3-0909-CA42D51C16AB}"/>
              </a:ext>
            </a:extLst>
          </p:cNvPr>
          <p:cNvSpPr/>
          <p:nvPr/>
        </p:nvSpPr>
        <p:spPr>
          <a:xfrm>
            <a:off x="5358384" y="1045114"/>
            <a:ext cx="1691640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8DF57B8-4D14-CF57-535F-99EFCCA54E51}"/>
              </a:ext>
            </a:extLst>
          </p:cNvPr>
          <p:cNvSpPr/>
          <p:nvPr/>
        </p:nvSpPr>
        <p:spPr>
          <a:xfrm>
            <a:off x="9043416" y="843125"/>
            <a:ext cx="3148584" cy="6078883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41">
            <a:extLst>
              <a:ext uri="{FF2B5EF4-FFF2-40B4-BE49-F238E27FC236}">
                <a16:creationId xmlns:a16="http://schemas.microsoft.com/office/drawing/2014/main" id="{0299C71D-46DE-A27F-933D-726FB1E4219B}"/>
              </a:ext>
            </a:extLst>
          </p:cNvPr>
          <p:cNvSpPr/>
          <p:nvPr/>
        </p:nvSpPr>
        <p:spPr>
          <a:xfrm>
            <a:off x="7123176" y="1045114"/>
            <a:ext cx="1691640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42">
            <a:extLst>
              <a:ext uri="{FF2B5EF4-FFF2-40B4-BE49-F238E27FC236}">
                <a16:creationId xmlns:a16="http://schemas.microsoft.com/office/drawing/2014/main" id="{0CBADA3E-2AAF-CD9B-629B-EAEB8A5C4963}"/>
              </a:ext>
            </a:extLst>
          </p:cNvPr>
          <p:cNvSpPr/>
          <p:nvPr/>
        </p:nvSpPr>
        <p:spPr>
          <a:xfrm>
            <a:off x="7123176" y="1045114"/>
            <a:ext cx="1691640" cy="36576"/>
          </a:xfrm>
          <a:prstGeom prst="rect">
            <a:avLst/>
          </a:prstGeom>
          <a:solidFill>
            <a:srgbClr val="B197FC"/>
          </a:solidFill>
          <a:ln w="12700">
            <a:solidFill>
              <a:srgbClr val="B197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46">
            <a:extLst>
              <a:ext uri="{FF2B5EF4-FFF2-40B4-BE49-F238E27FC236}">
                <a16:creationId xmlns:a16="http://schemas.microsoft.com/office/drawing/2014/main" id="{313DCBF6-4603-36E5-8335-B4C2324A3B1D}"/>
              </a:ext>
            </a:extLst>
          </p:cNvPr>
          <p:cNvSpPr/>
          <p:nvPr/>
        </p:nvSpPr>
        <p:spPr>
          <a:xfrm>
            <a:off x="64008" y="1939877"/>
            <a:ext cx="5303520" cy="15087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51">
            <a:extLst>
              <a:ext uri="{FF2B5EF4-FFF2-40B4-BE49-F238E27FC236}">
                <a16:creationId xmlns:a16="http://schemas.microsoft.com/office/drawing/2014/main" id="{D4F039AC-46A8-FE77-EA07-2039F3956277}"/>
              </a:ext>
            </a:extLst>
          </p:cNvPr>
          <p:cNvSpPr/>
          <p:nvPr/>
        </p:nvSpPr>
        <p:spPr>
          <a:xfrm>
            <a:off x="5367528" y="1939877"/>
            <a:ext cx="3520440" cy="15087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54">
            <a:extLst>
              <a:ext uri="{FF2B5EF4-FFF2-40B4-BE49-F238E27FC236}">
                <a16:creationId xmlns:a16="http://schemas.microsoft.com/office/drawing/2014/main" id="{97DBF5A4-A47B-C213-CC91-26D48E2545D5}"/>
              </a:ext>
            </a:extLst>
          </p:cNvPr>
          <p:cNvSpPr/>
          <p:nvPr/>
        </p:nvSpPr>
        <p:spPr>
          <a:xfrm>
            <a:off x="64008" y="3520440"/>
            <a:ext cx="2930880" cy="141732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72">
            <a:extLst>
              <a:ext uri="{FF2B5EF4-FFF2-40B4-BE49-F238E27FC236}">
                <a16:creationId xmlns:a16="http://schemas.microsoft.com/office/drawing/2014/main" id="{EB06D2C8-E8C9-3C43-1F50-3B11AD84422C}"/>
              </a:ext>
            </a:extLst>
          </p:cNvPr>
          <p:cNvSpPr/>
          <p:nvPr/>
        </p:nvSpPr>
        <p:spPr>
          <a:xfrm>
            <a:off x="3058896" y="3520440"/>
            <a:ext cx="2846832" cy="141732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91">
            <a:extLst>
              <a:ext uri="{FF2B5EF4-FFF2-40B4-BE49-F238E27FC236}">
                <a16:creationId xmlns:a16="http://schemas.microsoft.com/office/drawing/2014/main" id="{5EFAF662-E32D-4DA6-EF1C-73EC9082AF74}"/>
              </a:ext>
            </a:extLst>
          </p:cNvPr>
          <p:cNvSpPr/>
          <p:nvPr/>
        </p:nvSpPr>
        <p:spPr>
          <a:xfrm>
            <a:off x="5969736" y="3520440"/>
            <a:ext cx="2918232" cy="141732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112">
            <a:extLst>
              <a:ext uri="{FF2B5EF4-FFF2-40B4-BE49-F238E27FC236}">
                <a16:creationId xmlns:a16="http://schemas.microsoft.com/office/drawing/2014/main" id="{79701F6E-92CA-EC8A-7128-F574E5AD013A}"/>
              </a:ext>
            </a:extLst>
          </p:cNvPr>
          <p:cNvSpPr/>
          <p:nvPr/>
        </p:nvSpPr>
        <p:spPr>
          <a:xfrm>
            <a:off x="64008" y="5029200"/>
            <a:ext cx="4411980" cy="164592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137">
            <a:extLst>
              <a:ext uri="{FF2B5EF4-FFF2-40B4-BE49-F238E27FC236}">
                <a16:creationId xmlns:a16="http://schemas.microsoft.com/office/drawing/2014/main" id="{084108FD-43DD-5060-9E3B-8D4B5ED49569}"/>
              </a:ext>
            </a:extLst>
          </p:cNvPr>
          <p:cNvSpPr/>
          <p:nvPr/>
        </p:nvSpPr>
        <p:spPr>
          <a:xfrm>
            <a:off x="4475988" y="5029200"/>
            <a:ext cx="4411980" cy="164592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013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34EDB0-1C56-9DC5-5346-846B83175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B68B15AC-704E-66F8-477C-5AC9966EEE53}"/>
              </a:ext>
            </a:extLst>
          </p:cNvPr>
          <p:cNvSpPr/>
          <p:nvPr/>
        </p:nvSpPr>
        <p:spPr>
          <a:xfrm>
            <a:off x="0" y="426019"/>
            <a:ext cx="12192000" cy="434048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22">
            <a:extLst>
              <a:ext uri="{FF2B5EF4-FFF2-40B4-BE49-F238E27FC236}">
                <a16:creationId xmlns:a16="http://schemas.microsoft.com/office/drawing/2014/main" id="{03A5289F-D9D4-7A60-DD91-1D357C3CEDAE}"/>
              </a:ext>
            </a:extLst>
          </p:cNvPr>
          <p:cNvSpPr/>
          <p:nvPr/>
        </p:nvSpPr>
        <p:spPr>
          <a:xfrm>
            <a:off x="265363" y="947989"/>
            <a:ext cx="2043684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21">
            <a:extLst>
              <a:ext uri="{FF2B5EF4-FFF2-40B4-BE49-F238E27FC236}">
                <a16:creationId xmlns:a16="http://schemas.microsoft.com/office/drawing/2014/main" id="{05182C49-C85A-6699-5DE8-4A0B63C1F226}"/>
              </a:ext>
            </a:extLst>
          </p:cNvPr>
          <p:cNvSpPr/>
          <p:nvPr/>
        </p:nvSpPr>
        <p:spPr>
          <a:xfrm>
            <a:off x="265363" y="986923"/>
            <a:ext cx="2043684" cy="771952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26">
            <a:extLst>
              <a:ext uri="{FF2B5EF4-FFF2-40B4-BE49-F238E27FC236}">
                <a16:creationId xmlns:a16="http://schemas.microsoft.com/office/drawing/2014/main" id="{33FCE733-B517-15D6-9BFA-F4A3F130C3D5}"/>
              </a:ext>
            </a:extLst>
          </p:cNvPr>
          <p:cNvSpPr/>
          <p:nvPr/>
        </p:nvSpPr>
        <p:spPr>
          <a:xfrm>
            <a:off x="2583367" y="935915"/>
            <a:ext cx="1943100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27">
            <a:extLst>
              <a:ext uri="{FF2B5EF4-FFF2-40B4-BE49-F238E27FC236}">
                <a16:creationId xmlns:a16="http://schemas.microsoft.com/office/drawing/2014/main" id="{1C87993C-61EE-F061-C838-8120A9583AD8}"/>
              </a:ext>
            </a:extLst>
          </p:cNvPr>
          <p:cNvSpPr/>
          <p:nvPr/>
        </p:nvSpPr>
        <p:spPr>
          <a:xfrm>
            <a:off x="2583367" y="935915"/>
            <a:ext cx="1943100" cy="36576"/>
          </a:xfrm>
          <a:prstGeom prst="rect">
            <a:avLst/>
          </a:prstGeom>
          <a:solidFill>
            <a:srgbClr val="38D9A9"/>
          </a:solidFill>
          <a:ln w="12700">
            <a:solidFill>
              <a:srgbClr val="38D9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31">
            <a:extLst>
              <a:ext uri="{FF2B5EF4-FFF2-40B4-BE49-F238E27FC236}">
                <a16:creationId xmlns:a16="http://schemas.microsoft.com/office/drawing/2014/main" id="{00E8973F-47D1-5E3B-9BDA-146EBFA54AEA}"/>
              </a:ext>
            </a:extLst>
          </p:cNvPr>
          <p:cNvSpPr/>
          <p:nvPr/>
        </p:nvSpPr>
        <p:spPr>
          <a:xfrm>
            <a:off x="4800787" y="933217"/>
            <a:ext cx="1883664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32">
            <a:extLst>
              <a:ext uri="{FF2B5EF4-FFF2-40B4-BE49-F238E27FC236}">
                <a16:creationId xmlns:a16="http://schemas.microsoft.com/office/drawing/2014/main" id="{7A5CEBF2-F14D-855E-C364-62F3705E8B39}"/>
              </a:ext>
            </a:extLst>
          </p:cNvPr>
          <p:cNvSpPr/>
          <p:nvPr/>
        </p:nvSpPr>
        <p:spPr>
          <a:xfrm>
            <a:off x="4800787" y="935915"/>
            <a:ext cx="1883664" cy="36576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36">
            <a:extLst>
              <a:ext uri="{FF2B5EF4-FFF2-40B4-BE49-F238E27FC236}">
                <a16:creationId xmlns:a16="http://schemas.microsoft.com/office/drawing/2014/main" id="{B7FCAD4A-C024-E976-FA21-D279A2DB0AC7}"/>
              </a:ext>
            </a:extLst>
          </p:cNvPr>
          <p:cNvSpPr/>
          <p:nvPr/>
        </p:nvSpPr>
        <p:spPr>
          <a:xfrm>
            <a:off x="6958771" y="933217"/>
            <a:ext cx="1819656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37">
            <a:extLst>
              <a:ext uri="{FF2B5EF4-FFF2-40B4-BE49-F238E27FC236}">
                <a16:creationId xmlns:a16="http://schemas.microsoft.com/office/drawing/2014/main" id="{D0DE0963-8DFA-5135-C44C-0B4D7D403E5A}"/>
              </a:ext>
            </a:extLst>
          </p:cNvPr>
          <p:cNvSpPr/>
          <p:nvPr/>
        </p:nvSpPr>
        <p:spPr>
          <a:xfrm>
            <a:off x="6958771" y="935915"/>
            <a:ext cx="1819656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4E581973-8654-D8BA-3BEE-C3A9F0CDA0DA}"/>
              </a:ext>
            </a:extLst>
          </p:cNvPr>
          <p:cNvSpPr/>
          <p:nvPr/>
        </p:nvSpPr>
        <p:spPr>
          <a:xfrm>
            <a:off x="9096756" y="860067"/>
            <a:ext cx="3095244" cy="5997933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46">
            <a:extLst>
              <a:ext uri="{FF2B5EF4-FFF2-40B4-BE49-F238E27FC236}">
                <a16:creationId xmlns:a16="http://schemas.microsoft.com/office/drawing/2014/main" id="{3E0162E5-A599-3A80-921D-CD979A364A26}"/>
              </a:ext>
            </a:extLst>
          </p:cNvPr>
          <p:cNvSpPr/>
          <p:nvPr/>
        </p:nvSpPr>
        <p:spPr>
          <a:xfrm>
            <a:off x="0" y="1824818"/>
            <a:ext cx="8913114" cy="1079824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112">
            <a:extLst>
              <a:ext uri="{FF2B5EF4-FFF2-40B4-BE49-F238E27FC236}">
                <a16:creationId xmlns:a16="http://schemas.microsoft.com/office/drawing/2014/main" id="{E25D4ADA-30F5-8C72-1634-F22DD7D60762}"/>
              </a:ext>
            </a:extLst>
          </p:cNvPr>
          <p:cNvSpPr/>
          <p:nvPr/>
        </p:nvSpPr>
        <p:spPr>
          <a:xfrm>
            <a:off x="4329404" y="2970585"/>
            <a:ext cx="4583710" cy="3887416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112">
            <a:extLst>
              <a:ext uri="{FF2B5EF4-FFF2-40B4-BE49-F238E27FC236}">
                <a16:creationId xmlns:a16="http://schemas.microsoft.com/office/drawing/2014/main" id="{C291BED2-B17C-8D5F-DA08-FDBB0C777BE7}"/>
              </a:ext>
            </a:extLst>
          </p:cNvPr>
          <p:cNvSpPr/>
          <p:nvPr/>
        </p:nvSpPr>
        <p:spPr>
          <a:xfrm>
            <a:off x="4386" y="2970585"/>
            <a:ext cx="4231992" cy="1610746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37">
            <a:extLst>
              <a:ext uri="{FF2B5EF4-FFF2-40B4-BE49-F238E27FC236}">
                <a16:creationId xmlns:a16="http://schemas.microsoft.com/office/drawing/2014/main" id="{B92FDEF0-6DC1-239C-7D3D-457F8484DD36}"/>
              </a:ext>
            </a:extLst>
          </p:cNvPr>
          <p:cNvSpPr/>
          <p:nvPr/>
        </p:nvSpPr>
        <p:spPr>
          <a:xfrm>
            <a:off x="0" y="4674637"/>
            <a:ext cx="4231992" cy="2183362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245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A961E-B56C-96AE-69A5-9ADB9B86B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CC15928B-F5A2-838E-D474-943A5536C177}"/>
              </a:ext>
            </a:extLst>
          </p:cNvPr>
          <p:cNvSpPr/>
          <p:nvPr/>
        </p:nvSpPr>
        <p:spPr>
          <a:xfrm>
            <a:off x="0" y="426019"/>
            <a:ext cx="12245340" cy="475488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22">
            <a:extLst>
              <a:ext uri="{FF2B5EF4-FFF2-40B4-BE49-F238E27FC236}">
                <a16:creationId xmlns:a16="http://schemas.microsoft.com/office/drawing/2014/main" id="{683D8B0D-0C38-4077-A20D-1DDC2D5B1DA9}"/>
              </a:ext>
            </a:extLst>
          </p:cNvPr>
          <p:cNvSpPr/>
          <p:nvPr/>
        </p:nvSpPr>
        <p:spPr>
          <a:xfrm>
            <a:off x="256032" y="987552"/>
            <a:ext cx="2043684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21">
            <a:extLst>
              <a:ext uri="{FF2B5EF4-FFF2-40B4-BE49-F238E27FC236}">
                <a16:creationId xmlns:a16="http://schemas.microsoft.com/office/drawing/2014/main" id="{F8A42184-F792-1AAC-6C94-A39059D240BB}"/>
              </a:ext>
            </a:extLst>
          </p:cNvPr>
          <p:cNvSpPr/>
          <p:nvPr/>
        </p:nvSpPr>
        <p:spPr>
          <a:xfrm>
            <a:off x="256032" y="1031062"/>
            <a:ext cx="2043684" cy="771952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26">
            <a:extLst>
              <a:ext uri="{FF2B5EF4-FFF2-40B4-BE49-F238E27FC236}">
                <a16:creationId xmlns:a16="http://schemas.microsoft.com/office/drawing/2014/main" id="{FADB7E7C-C378-8053-847D-1533FFA8FE92}"/>
              </a:ext>
            </a:extLst>
          </p:cNvPr>
          <p:cNvSpPr/>
          <p:nvPr/>
        </p:nvSpPr>
        <p:spPr>
          <a:xfrm>
            <a:off x="2574036" y="980054"/>
            <a:ext cx="1943100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27">
            <a:extLst>
              <a:ext uri="{FF2B5EF4-FFF2-40B4-BE49-F238E27FC236}">
                <a16:creationId xmlns:a16="http://schemas.microsoft.com/office/drawing/2014/main" id="{6E07A05D-BA12-E463-2ECF-3DDB2F9C45C2}"/>
              </a:ext>
            </a:extLst>
          </p:cNvPr>
          <p:cNvSpPr/>
          <p:nvPr/>
        </p:nvSpPr>
        <p:spPr>
          <a:xfrm>
            <a:off x="2574036" y="980054"/>
            <a:ext cx="1943100" cy="36576"/>
          </a:xfrm>
          <a:prstGeom prst="rect">
            <a:avLst/>
          </a:prstGeom>
          <a:solidFill>
            <a:srgbClr val="38D9A9"/>
          </a:solidFill>
          <a:ln w="12700">
            <a:solidFill>
              <a:srgbClr val="38D9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31">
            <a:extLst>
              <a:ext uri="{FF2B5EF4-FFF2-40B4-BE49-F238E27FC236}">
                <a16:creationId xmlns:a16="http://schemas.microsoft.com/office/drawing/2014/main" id="{B9143D7C-6990-4427-8F43-F7C593C50748}"/>
              </a:ext>
            </a:extLst>
          </p:cNvPr>
          <p:cNvSpPr/>
          <p:nvPr/>
        </p:nvSpPr>
        <p:spPr>
          <a:xfrm>
            <a:off x="4791456" y="977356"/>
            <a:ext cx="1883664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32">
            <a:extLst>
              <a:ext uri="{FF2B5EF4-FFF2-40B4-BE49-F238E27FC236}">
                <a16:creationId xmlns:a16="http://schemas.microsoft.com/office/drawing/2014/main" id="{BBF06CC2-B33D-C126-6FD6-1D7D3AEE664A}"/>
              </a:ext>
            </a:extLst>
          </p:cNvPr>
          <p:cNvSpPr/>
          <p:nvPr/>
        </p:nvSpPr>
        <p:spPr>
          <a:xfrm>
            <a:off x="4791456" y="980054"/>
            <a:ext cx="1883664" cy="36576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36">
            <a:extLst>
              <a:ext uri="{FF2B5EF4-FFF2-40B4-BE49-F238E27FC236}">
                <a16:creationId xmlns:a16="http://schemas.microsoft.com/office/drawing/2014/main" id="{A6F3BB9D-D461-DEAB-7CF6-2A5DB048476A}"/>
              </a:ext>
            </a:extLst>
          </p:cNvPr>
          <p:cNvSpPr/>
          <p:nvPr/>
        </p:nvSpPr>
        <p:spPr>
          <a:xfrm>
            <a:off x="6949440" y="977356"/>
            <a:ext cx="1819656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37">
            <a:extLst>
              <a:ext uri="{FF2B5EF4-FFF2-40B4-BE49-F238E27FC236}">
                <a16:creationId xmlns:a16="http://schemas.microsoft.com/office/drawing/2014/main" id="{984D1C61-4338-9160-F122-E4B92BCCAF78}"/>
              </a:ext>
            </a:extLst>
          </p:cNvPr>
          <p:cNvSpPr/>
          <p:nvPr/>
        </p:nvSpPr>
        <p:spPr>
          <a:xfrm>
            <a:off x="6949440" y="980054"/>
            <a:ext cx="1819656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F121B4D-9E6E-7F5C-6529-ABFE8F3009C8}"/>
              </a:ext>
            </a:extLst>
          </p:cNvPr>
          <p:cNvSpPr/>
          <p:nvPr/>
        </p:nvSpPr>
        <p:spPr>
          <a:xfrm>
            <a:off x="9096756" y="815693"/>
            <a:ext cx="3148584" cy="6152035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46">
            <a:extLst>
              <a:ext uri="{FF2B5EF4-FFF2-40B4-BE49-F238E27FC236}">
                <a16:creationId xmlns:a16="http://schemas.microsoft.com/office/drawing/2014/main" id="{EBEF5E8A-25F1-41F6-62D4-1F566563A76D}"/>
              </a:ext>
            </a:extLst>
          </p:cNvPr>
          <p:cNvSpPr/>
          <p:nvPr/>
        </p:nvSpPr>
        <p:spPr>
          <a:xfrm>
            <a:off x="0" y="1993840"/>
            <a:ext cx="8922942" cy="197407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112">
            <a:extLst>
              <a:ext uri="{FF2B5EF4-FFF2-40B4-BE49-F238E27FC236}">
                <a16:creationId xmlns:a16="http://schemas.microsoft.com/office/drawing/2014/main" id="{FFCBD544-4ABA-F4FF-9B31-CC1B97F41FD3}"/>
              </a:ext>
            </a:extLst>
          </p:cNvPr>
          <p:cNvSpPr/>
          <p:nvPr/>
        </p:nvSpPr>
        <p:spPr>
          <a:xfrm>
            <a:off x="4385" y="4164133"/>
            <a:ext cx="4590661" cy="2367296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37">
            <a:extLst>
              <a:ext uri="{FF2B5EF4-FFF2-40B4-BE49-F238E27FC236}">
                <a16:creationId xmlns:a16="http://schemas.microsoft.com/office/drawing/2014/main" id="{1075A196-F9B2-95E4-E461-0E1E986DCEB6}"/>
              </a:ext>
            </a:extLst>
          </p:cNvPr>
          <p:cNvSpPr/>
          <p:nvPr/>
        </p:nvSpPr>
        <p:spPr>
          <a:xfrm>
            <a:off x="4690950" y="4158736"/>
            <a:ext cx="4231992" cy="2367296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73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882C1-BC23-6633-C044-1ADCEA2A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46713F37-7986-5E35-176B-0457B9C558BB}"/>
              </a:ext>
            </a:extLst>
          </p:cNvPr>
          <p:cNvSpPr/>
          <p:nvPr/>
        </p:nvSpPr>
        <p:spPr>
          <a:xfrm>
            <a:off x="0" y="500519"/>
            <a:ext cx="12192000" cy="475488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22">
            <a:extLst>
              <a:ext uri="{FF2B5EF4-FFF2-40B4-BE49-F238E27FC236}">
                <a16:creationId xmlns:a16="http://schemas.microsoft.com/office/drawing/2014/main" id="{30312F42-029E-9FF3-6224-3B119D5B1A9A}"/>
              </a:ext>
            </a:extLst>
          </p:cNvPr>
          <p:cNvSpPr/>
          <p:nvPr/>
        </p:nvSpPr>
        <p:spPr>
          <a:xfrm>
            <a:off x="256032" y="1093058"/>
            <a:ext cx="2043684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21">
            <a:extLst>
              <a:ext uri="{FF2B5EF4-FFF2-40B4-BE49-F238E27FC236}">
                <a16:creationId xmlns:a16="http://schemas.microsoft.com/office/drawing/2014/main" id="{6C902A94-C8A2-87B4-B67E-B2835B9036B5}"/>
              </a:ext>
            </a:extLst>
          </p:cNvPr>
          <p:cNvSpPr/>
          <p:nvPr/>
        </p:nvSpPr>
        <p:spPr>
          <a:xfrm>
            <a:off x="256032" y="1136568"/>
            <a:ext cx="2043684" cy="771952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26">
            <a:extLst>
              <a:ext uri="{FF2B5EF4-FFF2-40B4-BE49-F238E27FC236}">
                <a16:creationId xmlns:a16="http://schemas.microsoft.com/office/drawing/2014/main" id="{1A780801-60E5-1358-30B7-41CED352A87A}"/>
              </a:ext>
            </a:extLst>
          </p:cNvPr>
          <p:cNvSpPr/>
          <p:nvPr/>
        </p:nvSpPr>
        <p:spPr>
          <a:xfrm>
            <a:off x="2574036" y="1085560"/>
            <a:ext cx="1943100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27">
            <a:extLst>
              <a:ext uri="{FF2B5EF4-FFF2-40B4-BE49-F238E27FC236}">
                <a16:creationId xmlns:a16="http://schemas.microsoft.com/office/drawing/2014/main" id="{368CED00-165D-D4E4-BCCB-4C7B3925B273}"/>
              </a:ext>
            </a:extLst>
          </p:cNvPr>
          <p:cNvSpPr/>
          <p:nvPr/>
        </p:nvSpPr>
        <p:spPr>
          <a:xfrm>
            <a:off x="2574036" y="1085560"/>
            <a:ext cx="1943100" cy="36576"/>
          </a:xfrm>
          <a:prstGeom prst="rect">
            <a:avLst/>
          </a:prstGeom>
          <a:solidFill>
            <a:srgbClr val="38D9A9"/>
          </a:solidFill>
          <a:ln w="12700">
            <a:solidFill>
              <a:srgbClr val="38D9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31">
            <a:extLst>
              <a:ext uri="{FF2B5EF4-FFF2-40B4-BE49-F238E27FC236}">
                <a16:creationId xmlns:a16="http://schemas.microsoft.com/office/drawing/2014/main" id="{48B1349E-3B01-BA34-889B-FADDAAFB9756}"/>
              </a:ext>
            </a:extLst>
          </p:cNvPr>
          <p:cNvSpPr/>
          <p:nvPr/>
        </p:nvSpPr>
        <p:spPr>
          <a:xfrm>
            <a:off x="4791456" y="1082862"/>
            <a:ext cx="1883664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32">
            <a:extLst>
              <a:ext uri="{FF2B5EF4-FFF2-40B4-BE49-F238E27FC236}">
                <a16:creationId xmlns:a16="http://schemas.microsoft.com/office/drawing/2014/main" id="{77DCFD5D-8E89-AFA5-EEA0-6D0E3B90F2AB}"/>
              </a:ext>
            </a:extLst>
          </p:cNvPr>
          <p:cNvSpPr/>
          <p:nvPr/>
        </p:nvSpPr>
        <p:spPr>
          <a:xfrm>
            <a:off x="4791456" y="1085560"/>
            <a:ext cx="1883664" cy="36576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36">
            <a:extLst>
              <a:ext uri="{FF2B5EF4-FFF2-40B4-BE49-F238E27FC236}">
                <a16:creationId xmlns:a16="http://schemas.microsoft.com/office/drawing/2014/main" id="{81583467-23B4-24FD-7E5C-3B02FCC45DD7}"/>
              </a:ext>
            </a:extLst>
          </p:cNvPr>
          <p:cNvSpPr/>
          <p:nvPr/>
        </p:nvSpPr>
        <p:spPr>
          <a:xfrm>
            <a:off x="6949440" y="1082862"/>
            <a:ext cx="1819656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37">
            <a:extLst>
              <a:ext uri="{FF2B5EF4-FFF2-40B4-BE49-F238E27FC236}">
                <a16:creationId xmlns:a16="http://schemas.microsoft.com/office/drawing/2014/main" id="{508A22E7-03F4-1C42-B2D0-5D22588237E9}"/>
              </a:ext>
            </a:extLst>
          </p:cNvPr>
          <p:cNvSpPr/>
          <p:nvPr/>
        </p:nvSpPr>
        <p:spPr>
          <a:xfrm>
            <a:off x="6949440" y="1085560"/>
            <a:ext cx="1819656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97FEFE6-5B0D-1383-65B7-6AE47DC99907}"/>
              </a:ext>
            </a:extLst>
          </p:cNvPr>
          <p:cNvSpPr/>
          <p:nvPr/>
        </p:nvSpPr>
        <p:spPr>
          <a:xfrm>
            <a:off x="9020050" y="787703"/>
            <a:ext cx="3148584" cy="6070298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46">
            <a:extLst>
              <a:ext uri="{FF2B5EF4-FFF2-40B4-BE49-F238E27FC236}">
                <a16:creationId xmlns:a16="http://schemas.microsoft.com/office/drawing/2014/main" id="{C233113D-9ADD-8B4F-948B-ABC3DEA60223}"/>
              </a:ext>
            </a:extLst>
          </p:cNvPr>
          <p:cNvSpPr/>
          <p:nvPr/>
        </p:nvSpPr>
        <p:spPr>
          <a:xfrm>
            <a:off x="0" y="4525199"/>
            <a:ext cx="8922942" cy="2049301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112">
            <a:extLst>
              <a:ext uri="{FF2B5EF4-FFF2-40B4-BE49-F238E27FC236}">
                <a16:creationId xmlns:a16="http://schemas.microsoft.com/office/drawing/2014/main" id="{606A186F-5013-C65A-7690-51B27C852340}"/>
              </a:ext>
            </a:extLst>
          </p:cNvPr>
          <p:cNvSpPr/>
          <p:nvPr/>
        </p:nvSpPr>
        <p:spPr>
          <a:xfrm>
            <a:off x="23366" y="2016724"/>
            <a:ext cx="4371352" cy="2294765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37">
            <a:extLst>
              <a:ext uri="{FF2B5EF4-FFF2-40B4-BE49-F238E27FC236}">
                <a16:creationId xmlns:a16="http://schemas.microsoft.com/office/drawing/2014/main" id="{9ADD220D-69F3-F951-3860-5F7960FC0E72}"/>
              </a:ext>
            </a:extLst>
          </p:cNvPr>
          <p:cNvSpPr/>
          <p:nvPr/>
        </p:nvSpPr>
        <p:spPr>
          <a:xfrm>
            <a:off x="4517136" y="2016725"/>
            <a:ext cx="4415790" cy="2294764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9355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1A6CC5-1DA8-08BB-E1FB-B11DAD006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E8A45ED5-3A26-A96F-1F5F-6834B12DA5B7}"/>
              </a:ext>
            </a:extLst>
          </p:cNvPr>
          <p:cNvSpPr/>
          <p:nvPr/>
        </p:nvSpPr>
        <p:spPr>
          <a:xfrm>
            <a:off x="0" y="426019"/>
            <a:ext cx="12192000" cy="475488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Shape 22">
            <a:extLst>
              <a:ext uri="{FF2B5EF4-FFF2-40B4-BE49-F238E27FC236}">
                <a16:creationId xmlns:a16="http://schemas.microsoft.com/office/drawing/2014/main" id="{8D3278AA-C92A-C594-784E-0BCC61D78797}"/>
              </a:ext>
            </a:extLst>
          </p:cNvPr>
          <p:cNvSpPr/>
          <p:nvPr/>
        </p:nvSpPr>
        <p:spPr>
          <a:xfrm>
            <a:off x="256032" y="987552"/>
            <a:ext cx="2043684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21">
            <a:extLst>
              <a:ext uri="{FF2B5EF4-FFF2-40B4-BE49-F238E27FC236}">
                <a16:creationId xmlns:a16="http://schemas.microsoft.com/office/drawing/2014/main" id="{EA0CCC10-1BC4-11C4-CFED-02B29A0B0C5C}"/>
              </a:ext>
            </a:extLst>
          </p:cNvPr>
          <p:cNvSpPr/>
          <p:nvPr/>
        </p:nvSpPr>
        <p:spPr>
          <a:xfrm>
            <a:off x="256032" y="1031062"/>
            <a:ext cx="2043684" cy="771952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26">
            <a:extLst>
              <a:ext uri="{FF2B5EF4-FFF2-40B4-BE49-F238E27FC236}">
                <a16:creationId xmlns:a16="http://schemas.microsoft.com/office/drawing/2014/main" id="{541E05F9-0BB1-1AB1-90C1-A94FBA65EFE9}"/>
              </a:ext>
            </a:extLst>
          </p:cNvPr>
          <p:cNvSpPr/>
          <p:nvPr/>
        </p:nvSpPr>
        <p:spPr>
          <a:xfrm>
            <a:off x="2574036" y="980054"/>
            <a:ext cx="1943100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27">
            <a:extLst>
              <a:ext uri="{FF2B5EF4-FFF2-40B4-BE49-F238E27FC236}">
                <a16:creationId xmlns:a16="http://schemas.microsoft.com/office/drawing/2014/main" id="{22B34F59-CB1C-9140-E117-2C1446FDD7F7}"/>
              </a:ext>
            </a:extLst>
          </p:cNvPr>
          <p:cNvSpPr/>
          <p:nvPr/>
        </p:nvSpPr>
        <p:spPr>
          <a:xfrm>
            <a:off x="2574036" y="980054"/>
            <a:ext cx="1943100" cy="36576"/>
          </a:xfrm>
          <a:prstGeom prst="rect">
            <a:avLst/>
          </a:prstGeom>
          <a:solidFill>
            <a:srgbClr val="38D9A9"/>
          </a:solidFill>
          <a:ln w="12700">
            <a:solidFill>
              <a:srgbClr val="38D9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31">
            <a:extLst>
              <a:ext uri="{FF2B5EF4-FFF2-40B4-BE49-F238E27FC236}">
                <a16:creationId xmlns:a16="http://schemas.microsoft.com/office/drawing/2014/main" id="{E7237D87-0D8A-D7EE-D10B-E6A1F4826916}"/>
              </a:ext>
            </a:extLst>
          </p:cNvPr>
          <p:cNvSpPr/>
          <p:nvPr/>
        </p:nvSpPr>
        <p:spPr>
          <a:xfrm>
            <a:off x="4791456" y="977356"/>
            <a:ext cx="1883664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32">
            <a:extLst>
              <a:ext uri="{FF2B5EF4-FFF2-40B4-BE49-F238E27FC236}">
                <a16:creationId xmlns:a16="http://schemas.microsoft.com/office/drawing/2014/main" id="{279094BE-F2CF-C1D2-C662-F359B1571657}"/>
              </a:ext>
            </a:extLst>
          </p:cNvPr>
          <p:cNvSpPr/>
          <p:nvPr/>
        </p:nvSpPr>
        <p:spPr>
          <a:xfrm>
            <a:off x="4791456" y="980054"/>
            <a:ext cx="1883664" cy="36576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36">
            <a:extLst>
              <a:ext uri="{FF2B5EF4-FFF2-40B4-BE49-F238E27FC236}">
                <a16:creationId xmlns:a16="http://schemas.microsoft.com/office/drawing/2014/main" id="{BC1C223C-AFDC-21D0-E8F1-7C2535399F85}"/>
              </a:ext>
            </a:extLst>
          </p:cNvPr>
          <p:cNvSpPr/>
          <p:nvPr/>
        </p:nvSpPr>
        <p:spPr>
          <a:xfrm>
            <a:off x="6949440" y="977356"/>
            <a:ext cx="1819656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37">
            <a:extLst>
              <a:ext uri="{FF2B5EF4-FFF2-40B4-BE49-F238E27FC236}">
                <a16:creationId xmlns:a16="http://schemas.microsoft.com/office/drawing/2014/main" id="{DF115DB8-6175-ABE3-235C-3861C2CD5D35}"/>
              </a:ext>
            </a:extLst>
          </p:cNvPr>
          <p:cNvSpPr/>
          <p:nvPr/>
        </p:nvSpPr>
        <p:spPr>
          <a:xfrm>
            <a:off x="6949440" y="980054"/>
            <a:ext cx="1819656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959C657-9878-CE41-0D9D-271B34D8F4A4}"/>
              </a:ext>
            </a:extLst>
          </p:cNvPr>
          <p:cNvSpPr/>
          <p:nvPr/>
        </p:nvSpPr>
        <p:spPr>
          <a:xfrm>
            <a:off x="9096756" y="815693"/>
            <a:ext cx="3095244" cy="6042307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46">
            <a:extLst>
              <a:ext uri="{FF2B5EF4-FFF2-40B4-BE49-F238E27FC236}">
                <a16:creationId xmlns:a16="http://schemas.microsoft.com/office/drawing/2014/main" id="{6CBBE756-5FBB-3ADE-9D93-6F21834498A5}"/>
              </a:ext>
            </a:extLst>
          </p:cNvPr>
          <p:cNvSpPr/>
          <p:nvPr/>
        </p:nvSpPr>
        <p:spPr>
          <a:xfrm>
            <a:off x="0" y="4600431"/>
            <a:ext cx="8922942" cy="197407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112">
            <a:extLst>
              <a:ext uri="{FF2B5EF4-FFF2-40B4-BE49-F238E27FC236}">
                <a16:creationId xmlns:a16="http://schemas.microsoft.com/office/drawing/2014/main" id="{E37AC94C-F9D1-A7EB-7746-B5C5F2836BDC}"/>
              </a:ext>
            </a:extLst>
          </p:cNvPr>
          <p:cNvSpPr/>
          <p:nvPr/>
        </p:nvSpPr>
        <p:spPr>
          <a:xfrm>
            <a:off x="23366" y="2016724"/>
            <a:ext cx="5261882" cy="2461085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37">
            <a:extLst>
              <a:ext uri="{FF2B5EF4-FFF2-40B4-BE49-F238E27FC236}">
                <a16:creationId xmlns:a16="http://schemas.microsoft.com/office/drawing/2014/main" id="{5E5150D0-DD4E-869C-9E98-6174913D195A}"/>
              </a:ext>
            </a:extLst>
          </p:cNvPr>
          <p:cNvSpPr/>
          <p:nvPr/>
        </p:nvSpPr>
        <p:spPr>
          <a:xfrm>
            <a:off x="5449078" y="2016725"/>
            <a:ext cx="3483848" cy="2461084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126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20D52F-322F-ED16-4F70-3CEF99904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22">
            <a:extLst>
              <a:ext uri="{FF2B5EF4-FFF2-40B4-BE49-F238E27FC236}">
                <a16:creationId xmlns:a16="http://schemas.microsoft.com/office/drawing/2014/main" id="{D1C3D325-9918-BF7B-33D1-0E8DCDCBD3F4}"/>
              </a:ext>
            </a:extLst>
          </p:cNvPr>
          <p:cNvSpPr/>
          <p:nvPr/>
        </p:nvSpPr>
        <p:spPr>
          <a:xfrm>
            <a:off x="256032" y="1056482"/>
            <a:ext cx="2043684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21">
            <a:extLst>
              <a:ext uri="{FF2B5EF4-FFF2-40B4-BE49-F238E27FC236}">
                <a16:creationId xmlns:a16="http://schemas.microsoft.com/office/drawing/2014/main" id="{1EF1AFCC-54FC-7530-A98D-858E1E1F1E5D}"/>
              </a:ext>
            </a:extLst>
          </p:cNvPr>
          <p:cNvSpPr/>
          <p:nvPr/>
        </p:nvSpPr>
        <p:spPr>
          <a:xfrm>
            <a:off x="256032" y="1099992"/>
            <a:ext cx="2043684" cy="771952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26">
            <a:extLst>
              <a:ext uri="{FF2B5EF4-FFF2-40B4-BE49-F238E27FC236}">
                <a16:creationId xmlns:a16="http://schemas.microsoft.com/office/drawing/2014/main" id="{0D09CBA1-CE38-5F9A-AC36-8D7E83CF4D0D}"/>
              </a:ext>
            </a:extLst>
          </p:cNvPr>
          <p:cNvSpPr/>
          <p:nvPr/>
        </p:nvSpPr>
        <p:spPr>
          <a:xfrm>
            <a:off x="2574036" y="1048984"/>
            <a:ext cx="1943100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27">
            <a:extLst>
              <a:ext uri="{FF2B5EF4-FFF2-40B4-BE49-F238E27FC236}">
                <a16:creationId xmlns:a16="http://schemas.microsoft.com/office/drawing/2014/main" id="{4041A1EB-EF53-7029-F702-74CB81DBA42A}"/>
              </a:ext>
            </a:extLst>
          </p:cNvPr>
          <p:cNvSpPr/>
          <p:nvPr/>
        </p:nvSpPr>
        <p:spPr>
          <a:xfrm>
            <a:off x="2574036" y="1048984"/>
            <a:ext cx="1943100" cy="36576"/>
          </a:xfrm>
          <a:prstGeom prst="rect">
            <a:avLst/>
          </a:prstGeom>
          <a:solidFill>
            <a:srgbClr val="38D9A9"/>
          </a:solidFill>
          <a:ln w="12700">
            <a:solidFill>
              <a:srgbClr val="38D9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31">
            <a:extLst>
              <a:ext uri="{FF2B5EF4-FFF2-40B4-BE49-F238E27FC236}">
                <a16:creationId xmlns:a16="http://schemas.microsoft.com/office/drawing/2014/main" id="{15A43CF4-812E-754A-DE04-F5902AABE23B}"/>
              </a:ext>
            </a:extLst>
          </p:cNvPr>
          <p:cNvSpPr/>
          <p:nvPr/>
        </p:nvSpPr>
        <p:spPr>
          <a:xfrm>
            <a:off x="4791456" y="1046286"/>
            <a:ext cx="1883664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32">
            <a:extLst>
              <a:ext uri="{FF2B5EF4-FFF2-40B4-BE49-F238E27FC236}">
                <a16:creationId xmlns:a16="http://schemas.microsoft.com/office/drawing/2014/main" id="{04A4056F-33AB-4709-D435-DAA31954FEC8}"/>
              </a:ext>
            </a:extLst>
          </p:cNvPr>
          <p:cNvSpPr/>
          <p:nvPr/>
        </p:nvSpPr>
        <p:spPr>
          <a:xfrm>
            <a:off x="4791456" y="1048984"/>
            <a:ext cx="1883664" cy="36576"/>
          </a:xfrm>
          <a:prstGeom prst="rect">
            <a:avLst/>
          </a:prstGeom>
          <a:solidFill>
            <a:srgbClr val="FFD43B"/>
          </a:solidFill>
          <a:ln w="12700">
            <a:solidFill>
              <a:srgbClr val="FFD4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36">
            <a:extLst>
              <a:ext uri="{FF2B5EF4-FFF2-40B4-BE49-F238E27FC236}">
                <a16:creationId xmlns:a16="http://schemas.microsoft.com/office/drawing/2014/main" id="{E63E3F65-A144-FA17-44DD-5D142CA5DAB2}"/>
              </a:ext>
            </a:extLst>
          </p:cNvPr>
          <p:cNvSpPr/>
          <p:nvPr/>
        </p:nvSpPr>
        <p:spPr>
          <a:xfrm>
            <a:off x="6925048" y="1046286"/>
            <a:ext cx="1819656" cy="82296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37">
            <a:extLst>
              <a:ext uri="{FF2B5EF4-FFF2-40B4-BE49-F238E27FC236}">
                <a16:creationId xmlns:a16="http://schemas.microsoft.com/office/drawing/2014/main" id="{7CD45A51-09EF-D7EB-003B-6BB0595F0380}"/>
              </a:ext>
            </a:extLst>
          </p:cNvPr>
          <p:cNvSpPr/>
          <p:nvPr/>
        </p:nvSpPr>
        <p:spPr>
          <a:xfrm>
            <a:off x="6925048" y="1048984"/>
            <a:ext cx="1819656" cy="36576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A6BF397D-8CE0-C325-3BCB-81D86A6DEAE7}"/>
              </a:ext>
            </a:extLst>
          </p:cNvPr>
          <p:cNvSpPr/>
          <p:nvPr/>
        </p:nvSpPr>
        <p:spPr>
          <a:xfrm>
            <a:off x="9020050" y="787703"/>
            <a:ext cx="3148584" cy="6070298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46">
            <a:extLst>
              <a:ext uri="{FF2B5EF4-FFF2-40B4-BE49-F238E27FC236}">
                <a16:creationId xmlns:a16="http://schemas.microsoft.com/office/drawing/2014/main" id="{628F8874-E426-3701-3E95-391BFF30F9BE}"/>
              </a:ext>
            </a:extLst>
          </p:cNvPr>
          <p:cNvSpPr/>
          <p:nvPr/>
        </p:nvSpPr>
        <p:spPr>
          <a:xfrm>
            <a:off x="0" y="4422710"/>
            <a:ext cx="8922942" cy="2435290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112">
            <a:extLst>
              <a:ext uri="{FF2B5EF4-FFF2-40B4-BE49-F238E27FC236}">
                <a16:creationId xmlns:a16="http://schemas.microsoft.com/office/drawing/2014/main" id="{61833651-A2C0-4FF8-8464-F03CEBBF796A}"/>
              </a:ext>
            </a:extLst>
          </p:cNvPr>
          <p:cNvSpPr/>
          <p:nvPr/>
        </p:nvSpPr>
        <p:spPr>
          <a:xfrm>
            <a:off x="23366" y="2016724"/>
            <a:ext cx="4371352" cy="2294765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37">
            <a:extLst>
              <a:ext uri="{FF2B5EF4-FFF2-40B4-BE49-F238E27FC236}">
                <a16:creationId xmlns:a16="http://schemas.microsoft.com/office/drawing/2014/main" id="{D94BF5EF-C4A5-F376-F490-169775411E8F}"/>
              </a:ext>
            </a:extLst>
          </p:cNvPr>
          <p:cNvSpPr/>
          <p:nvPr/>
        </p:nvSpPr>
        <p:spPr>
          <a:xfrm>
            <a:off x="4517136" y="2016725"/>
            <a:ext cx="4415790" cy="2294764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44FC869E-11AD-5E02-0D16-43FC4B4DC06C}"/>
              </a:ext>
            </a:extLst>
          </p:cNvPr>
          <p:cNvSpPr/>
          <p:nvPr/>
        </p:nvSpPr>
        <p:spPr>
          <a:xfrm>
            <a:off x="0" y="426019"/>
            <a:ext cx="12192000" cy="475488"/>
          </a:xfrm>
          <a:prstGeom prst="rect">
            <a:avLst/>
          </a:prstGeom>
          <a:solidFill>
            <a:srgbClr val="243357"/>
          </a:solidFill>
          <a:ln w="6350">
            <a:noFill/>
            <a:prstDash val="solid"/>
          </a:ln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740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8066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Tracy Omogbai</dc:creator>
  <cp:lastModifiedBy>Tracy Omogbai</cp:lastModifiedBy>
  <cp:revision>2</cp:revision>
  <dcterms:created xsi:type="dcterms:W3CDTF">2026-02-25T15:07:15Z</dcterms:created>
  <dcterms:modified xsi:type="dcterms:W3CDTF">2026-03-03T05:33:43Z</dcterms:modified>
</cp:coreProperties>
</file>